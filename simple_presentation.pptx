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One-Slide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Welcome</a:t>
            </a:r>
          </a:p>
          <a:p>
            <a:pPr lvl="1">
              <a:defRPr sz="2400"/>
            </a:pPr>
            <a:r>
              <a:t>This is a super simple slide.</a:t>
            </a:r>
          </a:p>
          <a:p>
            <a:pPr lvl="1">
              <a:defRPr sz="2400"/>
            </a:pPr>
            <a:r>
              <a:t>Just a quick title and a few short bullets.</a:t>
            </a:r>
          </a:p>
          <a:p>
            <a:pPr lvl="1">
              <a:defRPr sz="2400"/>
            </a:pPr>
            <a:r>
              <a:t>Built just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